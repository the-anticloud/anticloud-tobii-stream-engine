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TOBII_STREAM_ENGINE | Category: PSYCHOLOGY</a:t>
            </a:r>
          </a:p>
          <a:p>
            <a:r>
              <a:rPr sz="1400"/>
              <a:t>Upstream: https://github.com/Tobii/tobii-stream-engine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TOBII_STREAM_ENGINE.</a:t>
            </a:r>
          </a:p>
          <a:p>
            <a:r>
              <a:rPr sz="1400"/>
              <a:t>Eye-tracking SDK for cognitive research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TOBII_STREAM_ENGINE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